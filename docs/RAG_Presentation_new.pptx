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031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5400" b="1">
                <a:solidFill>
                  <a:srgbClr val="ECEFF4"/>
                </a:solidFill>
                <a:latin typeface="Segoe UI"/>
              </a:rPr>
              <a:t>Building RAG From Scratch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832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2400" b="0">
                <a:solidFill>
                  <a:srgbClr val="4FC3F7"/>
                </a:solidFill>
                <a:latin typeface="Segoe UI"/>
              </a:rPr>
              <a:t>Retrieval-Augmented Generation with Python, NumPy, and Ollama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2062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No frameworks · No API keys · ~250 lines of code · Runs on your laptop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1.  Tech stack and prerequisites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2.  The problem: what LLMs cannot do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3.  The RAG idea in one sentence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4.  Architecture: two phases, three files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5.  Concept deep-dives: embeddings, cosine similarity, chunking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6.  Code walkthrough: rag.py, ingest.py, ask.py — function by function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7.  End-to-end trace of one question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8.  Live demo commands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9.  Exercises and where to go next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Tech Stack &amp; Prerequisites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Deliberately minimal — no LangChain, no cloud APIs, no database server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Tech stack: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Python 3.10+ — all code (~250 lines, 3 files)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NumPy — embedding matrix, cosine math, argsort ranking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Ollama — runs both models locally (localhost:11434)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nomic-embed-text (~274 MB) — text → 768-dim vectors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llama3.2 (3B, ~2 GB) — writes the grounded answer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Flat files (.npy + .json) — our 'vector database'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Prerequisites: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8 GB RAM, ~3 GB disk, any OS — GPU NOT required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Internet only for setup; afterwards fully offline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Basic Python knowledge — no ML background needed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200">
                <a:solidFill>
                  <a:srgbClr val="A5D6A7"/>
                </a:solidFill>
                <a:latin typeface="Consolas"/>
              </a:rPr>
              <a:t># 1. Install Ollama from https://ollama.com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ollama --version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# 2. Pull the two models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ollama pull nomic-embed-text   # embedder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ollama pull llama3.2           # chat model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ollama list                    # verify both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# 3. Python environment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python -m venv .venv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.venv\Scripts\activate        # Windows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source .venv/bin/activate      # macOS/Linux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pip install -r requirements.txt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# requirements.txt is 2 lines: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#   ollama&gt;=0.4.0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#   numpy&gt;=1.26.0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# 4. Verify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python ingest.py</a:t>
            </a:r>
          </a:p>
          <a:p>
            <a:r>
              <a:rPr sz="1200">
                <a:solidFill>
                  <a:srgbClr val="A5D6A7"/>
                </a:solidFill>
                <a:latin typeface="Consolas"/>
              </a:rPr>
              <a:t>python ask.py "Which planet is largest?"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The Problem: LLMs Don't Know Your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An LLM is trained once, on a fixed snapshot of public 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Knowledge cutoff — nothing after training day exists for the model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Private data — it has never seen your notes, wikis, or PDFs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Hallucination — when unsure, it invents confident-sounding answers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Fine-tuning to fix this is expensive, slow, and must be repeated for every update.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We need a way to hand the model fresh, private knowledge at question 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The RAG Idea in One Sentence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“Before asking the LLM, search your own documents for relevant passages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and paste them into the prompt — then tell the model to answer ONLY from them.”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The model doesn't need to know the answer.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It only needs to READ and SUMMARIZE the context we hand it.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Retrieval  =  find the right passages   (search problem)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Augmented  =  paste them into the prompt (string formatting!)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Generation =  LLM writes the final answer (one API call)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Architecture: Two Phases, Three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737360"/>
            <a:ext cx="10698480" cy="29260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PHASE 1 - INGEST (offline, run once)                       ingest.py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data/*.txt --&gt; chunk_text() --&gt; embed() --&gt; save_index()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500 chars,       768-dim        index/embeddings.npy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100 overlap      vectors        index/chunks.json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PHASE 2 - ASK (online, every question)                     ask.py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question --&gt; embed() --&gt; retrieve() --&gt; build_prompt() --&gt; LLM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768-dim     cosine sim,    context + rules    llama3.2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vector      top-k chunks                      --&gt; answer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937760"/>
            <a:ext cx="10698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Why two phases?  Embedding is slow (one model call per chunk).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Do it once offline; each question then costs only 1 embed + 1 chat call.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rag.py is the shared toolbox — both scripts import from it.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Concept 1 — Embeddings: Meaning as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rag.embed()  ·  model: nomic-embed-text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An embedding model converts text into a fixed-length vector.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Here: every text becomes exactly 768 floating-point numbers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Key property: similar meaning ⇒ similar direction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even with zero shared words.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same function embeds document chunks AND questions,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so both live in the same vector space and can be compared.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embed(text):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response = ollama.embeddings(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model=EMBED_MODEL,   # nomic-embed-text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prompt=text)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np.array(response["embedding"],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dtype=np.float32)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"Jupiter is the largest planet"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-&gt; [ 0.12, -0.83, 0.44, ...]   768 dims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"The biggest world orbiting the Sun"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-&gt; [ 0.11, -0.79, 0.41, ...]   CLOSE!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"How to bake chocolate cake"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-&gt; [-0.55,  0.20, -0.91, ...]  far away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Concept 2 — Cosine Similarity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rag.cosine_similarity()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Measures the ANGLE between two vectors: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1.0 → same direction → same meaning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0.0 → perpendicular → unrelated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Dividing by the norms means only direction matters,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not text length.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In this project a good match scores ≈ 0.55–0.80;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irrelevant chunks fall below ≈ 0.4.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cosine_similarity(a, b):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np.dot(a, b) / 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np.linalg.norm(a) * np.linalg.norm(b))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Worked example in 2-D: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 = [1, 0];  b = [1, 1]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dot(a, b) = 1*1 + 0*1 = 1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|a| = 1,  |b| = sqrt(2) = 1.414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similarity = 1 / 1.414 = 0.707   (45 deg)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Concept 3 — Chunking With Overlap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rag.chunk_text()  ·  CHUNK_SIZE=500, OVERLAP=100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Why not embed whole documents?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A 5-page doc's vector is a blurry average of all its topics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Small chunks have sharp meanings that match questions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Retrieved chunks must also FIT in the LLM prompt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Sliding window: advance by 500 − 100 = 400 chars,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so consecutive chunks share 100 characters.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Overlap ⇒ a sentence cut at a boundary still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appears complete in at least one chunk.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chunk_text(text, chunk_size=500, overlap=100):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chunks, start = [], 0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while start &lt; len(text):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chunk = text[start:start + chunk_size]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if chunk.strip():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chunks.append(chunk.strip())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start += chunk_size - overlap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chunks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Position: 0      400  500      800 900  1000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Chunk 1:  [======== 0-500 ====]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Chunk 2:         [====== 400-900 ====]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Chunk 3:                      [= 800-1000 =]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^^overlap^^  ^^overlap^^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1 — ingest.py,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python ingest.py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1.  LOAD — read every data/*.txt (sorted for reproducibility);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keep the filename with the text for citations later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2.  CHUNK — split each doc; record text, source, chunk_index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3.  EMBED — one Ollama call per chunk (the slow part);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stack vectors into an N × 768 NumPy matrix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4.  SAVE — matrix → embeddings.npy, metadata → chunks.json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Re-run whenever files in data/ change —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index does not update itself!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documents = []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for fp in sorted(DATA_DIR.glob("*.txt")):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documents.append({"source": fp.name,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"text": fp.read_text()})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all_chunks = []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for doc in documents: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for i, c in enumerate(chunk_text(doc["text"])):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all_chunks.append({"text": c,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     "source": doc["source"],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     "chunk_index": i})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embeddings = np.array(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[embed(c["text"]) for c in all_chunks])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save_index(embeddings, all_chunks)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Output: 28 chunks x 768 dimensions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The 'Vector Database' = Two Plain 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rag.save_index() / rag.load_index()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embeddings.npy — NumPy matrix, one 768-float row per chunk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chunks.json — the chunk texts + source filename + position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Row i of the matrix  ⟷  entry i of the JSON list.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That positional pairing is the entire database schema!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Real vector DBs (Chroma, Pinecone, pgvector) do exactly this,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plus indexing tricks to search millions of rows fast.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save_index(embeddings, chunks):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INDEX_DIR.mkdir(exist_ok=True)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np.save(EMBEDDINGS_FILE, embeddings)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CHUNKS_FILE.write_text(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json.dumps(chunks, indent=2))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chunks.json (one entry):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{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"text": "Jupiter is the largest planet...",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"source": "solar_system.txt",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"chunk_index": 3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2a — retrieve(): The Heart of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rag.retrieve()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1.  Embed the question into the same 768-dim space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2.  Score EVERY chunk with cosine similarity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brute force is instant for ~30 chunks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3.  argsort → ascending indices; [::-1] → descending;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[:top_k] → keep the k best (default 3)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4.  Return text + source + score for each winner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At millions of chunks you'd swap the loop for a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vector DB (FAISS, HNSW) — same concept, faster 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retrieve(question, embeddings, chunks,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top_k=3):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q = embed(question)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scores = [cosine_similarity(q, e)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for e in embeddings]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top = np.argsort(scores)[::-1][:top_k]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[{"text":   chunks[i]["text"],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"source": chunks[i]["source"],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"score":  float(scores[i])}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for i in top]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argsort([0.2, 0.9, 0.5]) -&gt; [0, 2, 1]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[::-1]                   -&gt; [1, 2, 0]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# [:2]                     -&gt; [1, 2]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2b — build_prompt(): Grounding the LLM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rag.build_prompt()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Three defenses against hallucination: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1.  “Answer using ONLY the context below”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blocks the model's general training knowledge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2.  An explicit escape hatch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the model is TOLD what to say when context is insufficient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3.  “Mention which source document(s)”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9AA5B5"/>
                </a:solidFill>
                <a:latin typeface="Segoe UI"/>
              </a:rPr>
              <a:t>    – every chunk is labeled [Source: file] — answers cite 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You are a helpful teaching assistant.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Answer the question using ONLY the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context below.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If the context does not contain enough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information, say "I don't have enough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information to answer that question."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Always mention which source document(s)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your answer comes from.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CONTEXT: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[Source: solar_system.txt]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Jupiter is the largest planet...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---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[Source: solar_system.txt]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Saturn is famous for its rings...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QUESTION: Which planet is the largest?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ANSWER: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Phase 2c — generate_answer(): The Smallest Function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rag.generate_answer()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Build the grounded prompt, send one chat call, return the text.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“G” in RAG is the SIMPLEST part of the whole system.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All the intelligence went into retrieval and prompt design.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Central lesson of this project: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RAG quality = retrieval quality + prompt quality.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The LLM just reads what you found.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300">
                <a:solidFill>
                  <a:srgbClr val="A5D6A7"/>
                </a:solidFill>
                <a:latin typeface="Consolas"/>
              </a:rPr>
              <a:t>def generate_answer(question, context_chunks):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prompt = build_prompt(question,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       context_chunks)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response = ollama.chat(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model=CHAT_MODEL,   # llama3.2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messages=[{"role": "user",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               "content": prompt}])</a:t>
            </a:r>
          </a:p>
          <a:p>
            <a:r>
              <a:rPr sz="1300">
                <a:solidFill>
                  <a:srgbClr val="A5D6A7"/>
                </a:solidFill>
                <a:latin typeface="Consolas"/>
              </a:rPr>
              <a:t>    return response["message"]["content"]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End-to-End Trace of One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python ask.py "Which planet is the largest?"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737360"/>
            <a:ext cx="10698480" cy="393192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400">
                <a:solidFill>
                  <a:srgbClr val="A5D6A7"/>
                </a:solidFill>
                <a:latin typeface="Consolas"/>
              </a:rPr>
              <a:t>1. check_ollama()      server up, models installed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2. load_index()        28 x 768 matrix + 28 chunk records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3. embed(question)     "Which planet..." -&gt; 768-dim vector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4. cosine sim x 28     Jupiter chunk 0.74 | Saturn 0.68 | photosynthesis 0.31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5. top-3               three solar_system.txt chunks win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6. build_prompt()      context + rules + question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7. ollama.chat()       llama3.2 reads context, writes answer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8. Output:             "Jupiter is the largest planet in our solar system...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                       (Source: solar_system.txt)"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80644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4FC3F7"/>
                </a:solidFill>
                <a:latin typeface="Segoe UI"/>
              </a:rPr>
              <a:t>Control case — "What is the capital of France?" → low scores, empty context → "I don't have enough information."  That is RAG SUCCEEDING: it refused to hallucinate.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Live Demo Commands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53949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ECEFF4"/>
                </a:solidFill>
                <a:latin typeface="Segoe UI"/>
              </a:rPr>
              <a:t>Setup (once):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6480" y="1645920"/>
            <a:ext cx="5486400" cy="4754880"/>
          </a:xfrm>
          <a:prstGeom prst="rect">
            <a:avLst/>
          </a:prstGeom>
          <a:solidFill>
            <a:srgbClr val="121721"/>
          </a:solidFill>
          <a:ln w="9525">
            <a:solidFill>
              <a:srgbClr val="333D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82880" tIns="137160"/>
          <a:lstStyle/>
          <a:p>
            <a:pPr algn="ctr"/>
            <a:r>
              <a:rPr sz="1400">
                <a:solidFill>
                  <a:srgbClr val="A5D6A7"/>
                </a:solidFill>
                <a:latin typeface="Consolas"/>
              </a:rPr>
              <a:t>ollama pull nomic-embed-text        # embedder, ~274 MB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ollama pull llama3.2                # chat model, ~2 GB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pip install -r requirements.txt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ingest.py                    # Phase 1: build index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"Which planet is the largest?"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                      # interactive mode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"Tell me about computers" --top-k 5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python ask.py "What is photosynthesis?" --quiet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 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# Watch the retrieval scores printed before each answer --</a:t>
            </a:r>
          </a:p>
          <a:p>
            <a:r>
              <a:rPr sz="1400">
                <a:solidFill>
                  <a:srgbClr val="A5D6A7"/>
                </a:solidFill>
                <a:latin typeface="Consolas"/>
              </a:rPr>
              <a:t># they are your #1 debugging tool.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Exercises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600" b="0">
                <a:solidFill>
                  <a:srgbClr val="9AA5B5"/>
                </a:solidFill>
                <a:latin typeface="Segoe UI"/>
              </a:rPr>
              <a:t>From easy to challenging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1.  Add your own .txt to data/, re-ingest, ask about it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2.  Set CHUNK_SIZE to 100, then 2000 — what breaks each way?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3.  Compare --top-k 1 vs --top-k 5 on the same question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4.  Find a score threshold that separates good from bad questions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5.  Swap the chat model (ollama pull mistral; CHAT_MODEL = "mistral")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6.  Challenge: rewrite chunk_text() to split on sentence boundaries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7.  Challenge: delete the “ONLY the context” rule and watch the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700" b="0">
                <a:solidFill>
                  <a:srgbClr val="9AA5B5"/>
                </a:solidFill>
                <a:latin typeface="Segoe UI"/>
              </a:rPr>
              <a:t>    – model hallucinate about France — grounding matters!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5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3200" b="1">
                <a:solidFill>
                  <a:srgbClr val="4FC3F7"/>
                </a:solidFill>
                <a:latin typeface="Segoe UI"/>
              </a:rPr>
              <a:t>Summary — What You Now Know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417320"/>
            <a:ext cx="11064240" cy="20000"/>
          </a:xfrm>
          <a:prstGeom prst="rect">
            <a:avLst/>
          </a:prstGeom>
          <a:solidFill>
            <a:srgbClr val="4FC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7373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RAG = Retrieve relevant chunks → Augment the prompt → Generate grounded answer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Embeddings turn meaning into vectors; cosine similarity compares them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Chunking with overlap gives sharp, prompt-sized search units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An entire 'vector database' can be a .npy matrix + a .json list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Retrieval is argsort over similarity scores — 3 lines of NumPy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Prompt design (ONLY-context rule + escape hatch + citations) prevents hallucination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/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Read the code in this order:  rag.py  →  ingest.py  →  ask.py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900" b="0">
                <a:solidFill>
                  <a:srgbClr val="ECEFF4"/>
                </a:solidFill>
                <a:latin typeface="Segoe UI"/>
              </a:rPr>
              <a:t>Full walkthrough: docs/STUDENT_GUIDE.md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